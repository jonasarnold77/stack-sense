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62D6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1A3A7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64008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1967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40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StackSense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persönlicher Supplement-Berater.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Evidenzbasiert. Personalisiert. Kein Bullshit.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Belegt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370332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Hinweise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370332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Unbelegt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"/>
            <a:ext cx="2606040" cy="4434840"/>
          </a:xfrm>
          <a:prstGeom prst="roundRect">
            <a:avLst>
              <a:gd name="adj" fmla="val 9825"/>
            </a:avLst>
          </a:prstGeom>
          <a:solidFill>
            <a:srgbClr val="122454"/>
          </a:solidFill>
          <a:ln w="31750">
            <a:solidFill>
              <a:srgbClr val="2D5499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640080"/>
            <a:ext cx="2331720" cy="3977640"/>
          </a:xfrm>
          <a:prstGeom prst="roundRect">
            <a:avLst>
              <a:gd name="adj" fmla="val 4706"/>
            </a:avLst>
          </a:prstGeom>
          <a:solidFill>
            <a:srgbClr val="0D1B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804672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601968" y="896112"/>
            <a:ext cx="868680" cy="201168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68" y="8961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Belegt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01968" y="1133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 D3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01968" y="13624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IU · morgens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92240" y="2029968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601968" y="2121408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601968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Hinweise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601968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Ashwagandha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2587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mg · KSM-66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92240" y="3255264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601968" y="3346704"/>
            <a:ext cx="960120" cy="201168"/>
          </a:xfrm>
          <a:prstGeom prst="roundRect">
            <a:avLst>
              <a:gd name="adj" fmla="val 36364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601968" y="334670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Unbelegt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601968" y="3584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01968" y="38130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Empfehlung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206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11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" y="777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Mrd. 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783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jährlicher Umsatz mit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im DACH-Raum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87168"/>
            <a:ext cx="1828800" cy="0"/>
          </a:xfrm>
          <a:prstGeom prst="line">
            <a:avLst/>
          </a:prstGeom>
          <a:noFill/>
          <a:ln w="19050">
            <a:solidFill>
              <a:srgbClr val="3D7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die meisten Nutzer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7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 nicht, was davon wirkt.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347472"/>
            <a:ext cx="48006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731520"/>
            <a:ext cx="530352" cy="530352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713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530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Überblick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28032" y="868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Nutzer zweifeln, ob ihre Supplements wirklich helfen — verlassen sich auf Werbung statt Evidenz.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1929384"/>
            <a:ext cx="48006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2313432"/>
            <a:ext cx="530352" cy="530352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2951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2112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Geldverschwendung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28032" y="24505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Ausgaben im Schnitt — häufig für unbewiesene Wirkstoffe oder unbemerkte Doppelungen.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511296"/>
            <a:ext cx="480060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3895344"/>
            <a:ext cx="530352" cy="530352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694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Risiken unbekannt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40325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Einnahmezeiten, Wechselwirkungen mit Medikamenten — niemand warnt systematisch davor.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Jedes Supplement. Sofort eingeordnet.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743200" cy="30632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188720" cy="256032"/>
          </a:xfrm>
          <a:prstGeom prst="roundRect">
            <a:avLst>
              <a:gd name="adj" fmla="val 32143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BELEGT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 D3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IU · morgens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889504"/>
            <a:ext cx="239572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44368"/>
            <a:ext cx="2395728" cy="228600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443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Immunsystem · Winter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2644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RCTs zeigen: Nutzer mit ausreichendem Spiegel hatten signifikant weniger Krankheitstage. Im Winter besonders relevant.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743200" cy="30632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874520"/>
            <a:ext cx="1188720" cy="256032"/>
          </a:xfrm>
          <a:prstGeom prst="roundRect">
            <a:avLst>
              <a:gd name="adj" fmla="val 32143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HINWEISE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29000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Ashwagandha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mg KSM-66 · morgens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2889504"/>
            <a:ext cx="239572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2944368"/>
            <a:ext cx="2395728" cy="228600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9443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· Fokus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2644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RCTs deuten auf Cortisol-Modulation hin. Teilnehmer berichteten von reduzierten Stresswerten. Weitere Forschung läuft.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691640"/>
            <a:ext cx="2743200" cy="3063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874520"/>
            <a:ext cx="1188720" cy="256032"/>
          </a:xfrm>
          <a:prstGeom prst="roundRect">
            <a:avLst>
              <a:gd name="adj" fmla="val 32143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874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UNBELEGT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17920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25877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keine gesicherte Dosis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889504"/>
            <a:ext cx="239572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944368"/>
            <a:ext cx="2395728" cy="228600"/>
          </a:xfrm>
          <a:prstGeom prst="roundRect">
            <a:avLst>
              <a:gd name="adj" fmla="val 32000"/>
            </a:avLst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9443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26440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 nur Tierstudien. Belastbare Humandaten fehlen. StackSense gibt derzeit keine Einnahme-Empfehlung.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Schritte. Dann weißt du Bescheid.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162D6E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10128" y="2103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anlegen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Alter, Geschlecht, Sport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Erkrankungen &amp; Medikamente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749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Blutbild optional uploadbar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Jahreszeit automatisch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162D6E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44768" y="2103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analysiert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Profil trifft RAG-Wissensgraph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291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Nur EFSA/PubMed-Daten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749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Wechselwirkungen geprüft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4206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Phasenziel einbezogen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162D6E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1967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3957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+ Kalender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Empfehlungen Grün/Gelb/Rot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291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Optimale Einnahmezeiten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3749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Täglicher Check-in &amp; XP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4206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Wirksamkeit wird getrackt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&amp; WETTBEWERB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621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6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Mrd. 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Supplement-Markt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83280" y="566928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621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6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Mio.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8328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potenzielle App-Nutzer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566928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621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6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+11% p.a.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09360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bis 2027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4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schlägt alle in der Kombination: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325880"/>
                <a:gridCol w="1325880"/>
                <a:gridCol w="1325880"/>
                <a:gridCol w="118872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Evidenz-Ampel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KI-Personal.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Phasenziele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DACH Fokus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(kein Verkauf)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StackSense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Bioniq (DE)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InsideTracker (US)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Suppi (US)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Säulen. Ein fairer Deal.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53312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53312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0A206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901952"/>
            <a:ext cx="2743200" cy="365760"/>
          </a:xfrm>
          <a:prstGeom prst="roundRect">
            <a:avLst/>
          </a:prstGeom>
          <a:solidFill>
            <a:srgbClr val="0A2060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B2C  Freemium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Basis kostenlos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916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Premium 7–9 € / Monat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4381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Blutbild, Phasenziele, Insights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593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Gamification &amp; Level-System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" y="4407408"/>
            <a:ext cx="2450592" cy="219456"/>
          </a:xfrm>
          <a:prstGeom prst="roundRect">
            <a:avLst>
              <a:gd name="adj" fmla="val 33333"/>
            </a:avLst>
          </a:prstGeom>
          <a:solidFill>
            <a:srgbClr val="ED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44074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vom Nutzer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353312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53312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196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901952"/>
            <a:ext cx="2743200" cy="365760"/>
          </a:xfrm>
          <a:prstGeom prst="roundRect">
            <a:avLst/>
          </a:prstGeom>
          <a:solidFill>
            <a:srgbClr val="1967FF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🏭  B2B  Hersteller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2395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Setup-Fee 5–15K 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916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3–7% Affiliate-Provision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4381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Sunday Natural, Doppelherz...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9593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Produkte in grünen Cards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02152" y="4407408"/>
            <a:ext cx="2450592" cy="219456"/>
          </a:xfrm>
          <a:prstGeom prst="roundRect">
            <a:avLst>
              <a:gd name="adj" fmla="val 33333"/>
            </a:avLst>
          </a:prstGeom>
          <a:solidFill>
            <a:srgbClr val="ED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44074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Evidenzbasiertes Marketing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1353312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353312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0D9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1901952"/>
            <a:ext cx="2743200" cy="365760"/>
          </a:xfrm>
          <a:prstGeom prst="roundRect">
            <a:avLst/>
          </a:prstGeom>
          <a:solidFill>
            <a:srgbClr val="0D9171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💊  B2B  Apotheken/Fitness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23957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Lizenz 2–8K € / Monat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9169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Redcare, DocMorris, FitX...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381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White-Label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95935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Krankenkassen-Bonus-Apps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28232" y="4407408"/>
            <a:ext cx="2450592" cy="219456"/>
          </a:xfrm>
          <a:prstGeom prst="roundRect">
            <a:avLst>
              <a:gd name="adj" fmla="val 33333"/>
            </a:avLst>
          </a:prstGeom>
          <a:solidFill>
            <a:srgbClr val="ED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440740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286000"/>
            <a:ext cx="4572000" cy="4572000"/>
          </a:xfrm>
          <a:prstGeom prst="ellipse">
            <a:avLst/>
          </a:prstGeom>
          <a:solidFill>
            <a:srgbClr val="162D6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1224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Bereit, den Supplement-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 neu zu definieren?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560320" cy="1325880"/>
          </a:xfrm>
          <a:prstGeom prst="roundRect">
            <a:avLst>
              <a:gd name="adj" fmla="val 9655"/>
            </a:avLst>
          </a:prstGeom>
          <a:solidFill>
            <a:srgbClr val="1E3B8A"/>
          </a:solidFill>
          <a:ln w="19050">
            <a:solidFill>
              <a:srgbClr val="3D6BC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9443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DACH-First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4381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Konkurrent hat diesen Fokus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834640"/>
            <a:ext cx="2560320" cy="1325880"/>
          </a:xfrm>
          <a:prstGeom prst="roundRect">
            <a:avLst>
              <a:gd name="adj" fmla="val 9655"/>
            </a:avLst>
          </a:prstGeom>
          <a:solidFill>
            <a:srgbClr val="1E3B8A"/>
          </a:solidFill>
          <a:ln w="19050">
            <a:solidFill>
              <a:srgbClr val="3D6BC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9443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Parameter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34381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Tiefste Personalisierung am Markt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2560320" cy="1325880"/>
          </a:xfrm>
          <a:prstGeom prst="roundRect">
            <a:avLst>
              <a:gd name="adj" fmla="val 9655"/>
            </a:avLst>
          </a:prstGeom>
          <a:solidFill>
            <a:srgbClr val="1E3B8A"/>
          </a:solidFill>
          <a:ln w="19050">
            <a:solidFill>
              <a:srgbClr val="3D6BC4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9443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ready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4381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FastAPI entwickelt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4622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jonas.ingo.arnold@gmail.com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498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StackSense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StackSense Pitch</dc:title>
  <dc:subject>PptxGenJS Presentation</dc:subject>
  <dc:creator>PptxGenJS</dc:creator>
  <cp:lastModifiedBy>PptxGenJS</cp:lastModifiedBy>
  <cp:revision>1</cp:revision>
  <dcterms:created xsi:type="dcterms:W3CDTF">2026-06-26T11:48:30Z</dcterms:created>
  <dcterms:modified xsi:type="dcterms:W3CDTF">2026-06-26T11:48:30Z</dcterms:modified>
</cp:coreProperties>
</file>